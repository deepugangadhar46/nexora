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NEXORA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NEXORA - AI-Powered Startup Generation Platform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Problem - Startup Success 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90% of startups fail due to lack of validation and planning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Insufficient market research and business planning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Inadequate resources and support for early-stage entrepreneurs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Solution - NEXORA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AI-powered idea validation and business planning tools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Advanced market research and analysis capabilities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Automated pitch deck generation and MVP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TAM: $10B - Global startup ecosystem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SAM: $1B - Targeting early-stage entrepreneurs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SOM: $100M - Initial focus on AI-powered startup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4</a:t>
            </a:r>
          </a:p>
        </p:txBody>
      </p:sp>
      <p:pic>
        <p:nvPicPr>
          <p:cNvPr id="6" name="Picture 5" descr="temp_chart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Product - Key Features and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Idea validation and business planning tools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Market research and analysis capabilities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Pitch deck generation and MVP development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Integration with popular startup platforms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Freemium model with premium features and support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Revenue streams: subscription fees, advertising, and partnerships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Scalable and flexible pricing plans for entrepreneurs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Traction - Metrics and Milestones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1000+ registered users and 500+ startup ideas validated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Partnerships with 5 leading startup accelerators and incubators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Average user engagement: 2 hours/week, 20% weekly retention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7</a:t>
            </a:r>
          </a:p>
        </p:txBody>
      </p:sp>
      <p:pic>
        <p:nvPicPr>
          <p:cNvPr id="6" name="Picture 5" descr="temp_chart_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Competition - Landscape and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Competitors: startup accelerators, incubators, and consulting firms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NEXORA's advantage: AI-powered tools, automated processes, and scalability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Unique value proposition: comprehensive startup generation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Team - Founders and Key Members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Founders: [Your Name], [Co-Founder's Name]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Key team members: AI engineers, startup experts, and marketing professionals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Advisory board: experienced entrepreneurs and industry experts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Financials - Revenue Projections and Unit Economics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Revenue projections: $250,000 (year 1), $1M (year 2), $5M (year 3)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User acquisition cost: $50, lifetime value: $200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Gross margin: 70%, operating expenses: $150,000 (year 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10</a:t>
            </a:r>
          </a:p>
        </p:txBody>
      </p:sp>
      <p:pic>
        <p:nvPicPr>
          <p:cNvPr id="6" name="Picture 5" descr="temp_chart_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8288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The Ask - Funding and Use of Funds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Funding ask: $100,000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Use of funds: platform development, marketing, and hiring key talent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Milestones and metrics for funding release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Closing - Vision and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Transforming the startup ecosystem with AI-powered tools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Join us in empowering entrepreneurs and shaping the future of innovation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2000">
                <a:solidFill>
                  <a:srgbClr val="333333"/>
                </a:solidFill>
              </a:defRPr>
            </a:pPr>
            <a:r>
              <a:t>Let's partner to make NEXORA a leading startup generation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6400800"/>
            <a:ext cx="457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>
                <a:solidFill>
                  <a:srgbClr val="33333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